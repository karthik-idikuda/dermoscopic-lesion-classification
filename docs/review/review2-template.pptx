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3" r:id="rId3"/>
    <p:sldMasterId id="214748367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5.xml"/><Relationship Id="rId4" Type="http://schemas.openxmlformats.org/officeDocument/2006/relationships/slideMaster" Target="slideMasters/slideMaster27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467784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3192480" y="86364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73200" y="86364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311760" y="264816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body"/>
          </p:nvPr>
        </p:nvSpPr>
        <p:spPr>
          <a:xfrm>
            <a:off x="3192480" y="264816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body"/>
          </p:nvPr>
        </p:nvSpPr>
        <p:spPr>
          <a:xfrm>
            <a:off x="6073200" y="264816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 hasCustomPrompt="1"/>
          </p:nvPr>
        </p:nvSpPr>
        <p:spPr>
          <a:xfrm>
            <a:off x="522000" y="295920"/>
            <a:ext cx="8098920" cy="59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DejaVu Sans"/>
              </a:rPr>
              <a:t>Click to add title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1"/>
          </p:nvPr>
        </p:nvSpPr>
        <p:spPr>
          <a:xfrm>
            <a:off x="459000" y="4735800"/>
            <a:ext cx="2023920" cy="23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2"/>
          </p:nvPr>
        </p:nvSpPr>
        <p:spPr>
          <a:xfrm>
            <a:off x="3087000" y="4735800"/>
            <a:ext cx="2968920" cy="23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3"/>
          </p:nvPr>
        </p:nvSpPr>
        <p:spPr>
          <a:xfrm>
            <a:off x="6658200" y="4735800"/>
            <a:ext cx="2023920" cy="23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6610A8D-BBAD-4C4D-985E-68E2335EAF8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851904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DejaVu Sans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1D3828-CAED-4C1B-B867-95F92EF5AD80}" type="slidenum"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851904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784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851904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851904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311760" y="2648160"/>
            <a:ext cx="851904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851904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467784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851904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851904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311760" y="2648160"/>
            <a:ext cx="851904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467784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3192480" y="86364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body"/>
          </p:nvPr>
        </p:nvSpPr>
        <p:spPr>
          <a:xfrm>
            <a:off x="6073200" y="86364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body"/>
          </p:nvPr>
        </p:nvSpPr>
        <p:spPr>
          <a:xfrm>
            <a:off x="311760" y="264816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6"/>
          <p:cNvSpPr>
            <a:spLocks noGrp="1"/>
          </p:cNvSpPr>
          <p:nvPr>
            <p:ph type="body"/>
          </p:nvPr>
        </p:nvSpPr>
        <p:spPr>
          <a:xfrm>
            <a:off x="3192480" y="264816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7"/>
          <p:cNvSpPr>
            <a:spLocks noGrp="1"/>
          </p:cNvSpPr>
          <p:nvPr>
            <p:ph type="body"/>
          </p:nvPr>
        </p:nvSpPr>
        <p:spPr>
          <a:xfrm>
            <a:off x="6073200" y="264816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85120" cy="326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4629240" y="1369080"/>
            <a:ext cx="3885120" cy="326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dt" idx="7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ftr" idx="8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sldNum" idx="9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F71F405C-3BD1-4703-9588-B2D261DA9369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3000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30000" y="1260720"/>
            <a:ext cx="3867120" cy="61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630000" y="1878840"/>
            <a:ext cx="3867120" cy="276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4629240" y="1260720"/>
            <a:ext cx="3886200" cy="61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body"/>
          </p:nvPr>
        </p:nvSpPr>
        <p:spPr>
          <a:xfrm>
            <a:off x="4629240" y="1878840"/>
            <a:ext cx="3886200" cy="276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dt" idx="10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7"/>
          <p:cNvSpPr>
            <a:spLocks noGrp="1"/>
          </p:cNvSpPr>
          <p:nvPr>
            <p:ph type="ftr" idx="1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8"/>
          <p:cNvSpPr>
            <a:spLocks noGrp="1"/>
          </p:cNvSpPr>
          <p:nvPr>
            <p:ph type="sldNum" idx="1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0A5F89D5-531B-4BBE-91DC-9D10AC8DFE8C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dt" idx="1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ftr" idx="14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sldNum" idx="15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814440F3-E444-495F-881C-8DB8002CA97E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dt" idx="16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ftr" idx="17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8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30C52083-29ED-4B25-8650-E2E1F4EB10E7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040" cy="11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160" cy="365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040" cy="285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dt" idx="19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ftr" idx="20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6"/>
          <p:cNvSpPr>
            <a:spLocks noGrp="1"/>
          </p:cNvSpPr>
          <p:nvPr>
            <p:ph type="sldNum" idx="21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0F9ED894-CE86-4B22-8291-8EB6C3D361FB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040" cy="11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160" cy="365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lvl="1" indent="-324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indent="-288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3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4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5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6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040" cy="285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dt" idx="22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ftr" idx="23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6"/>
          <p:cNvSpPr>
            <a:spLocks noGrp="1"/>
          </p:cNvSpPr>
          <p:nvPr>
            <p:ph type="sldNum" idx="24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37192746-7366-4B48-BFF3-2D341A6A5A43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685800">
              <a:lnSpc>
                <a:spcPct val="90000"/>
              </a:lnSpc>
              <a:buNone/>
              <a:tabLst>
                <a:tab pos="0" algn="l"/>
              </a:tabLst>
              <a:def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dt" idx="25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ftr" idx="26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sldNum" idx="27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279C14AE-B0AB-4DE6-B812-75A229D25D45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5800" cy="326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dt" idx="28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ftr" idx="29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 type="sldNum" idx="30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BDD8FA31-263D-4CD7-A535-699B1313F873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543720" y="273960"/>
            <a:ext cx="1970640" cy="43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28560" y="273960"/>
            <a:ext cx="5799600" cy="43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dt" idx="31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ftr" idx="32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sldNum" idx="33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EB80D948-8C21-4459-BB5F-5993D00A1C69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5800" cy="326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34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ftr" idx="35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sldNum" idx="36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948D6099-B924-4A58-B474-C1AD9079E955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23880" y="1282320"/>
            <a:ext cx="7885800" cy="213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23880" y="3441960"/>
            <a:ext cx="7885800" cy="112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lang="en-US" sz="18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37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ftr" idx="38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39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1C882846-55BF-4A70-B9AD-77643BDE986C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531360" y="4127760"/>
            <a:ext cx="375768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0" u="none" strike="noStrike">
                <a:solidFill>
                  <a:srgbClr val="565656"/>
                </a:solidFill>
                <a:effectLst/>
                <a:uFillTx/>
                <a:latin typeface="Times New Roman"/>
                <a:ea typeface="Proxima Nova"/>
              </a:rPr>
              <a:t>Presented By –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500" b="0" u="none" strike="noStrike">
                <a:solidFill>
                  <a:srgbClr val="565656"/>
                </a:solidFill>
                <a:effectLst/>
                <a:uFillTx/>
                <a:latin typeface="Times New Roman"/>
                <a:ea typeface="Proxima Nova"/>
              </a:rPr>
              <a:t>Project Name /Company Name :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500" b="0" u="none" strike="noStrike">
                <a:solidFill>
                  <a:srgbClr val="565656"/>
                </a:solidFill>
                <a:effectLst/>
                <a:uFillTx/>
                <a:latin typeface="Times New Roman"/>
                <a:ea typeface="Proxima Nova"/>
              </a:rPr>
              <a:t>Mentor/ Guide Name: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500" b="0" u="none" strike="noStrike">
                <a:solidFill>
                  <a:srgbClr val="565656"/>
                </a:solidFill>
                <a:effectLst/>
                <a:uFillTx/>
                <a:latin typeface="Times New Roman"/>
                <a:ea typeface="Proxima Nova"/>
              </a:rPr>
              <a:t>UDP ID - U</a:t>
            </a:r>
            <a:r>
              <a:rPr lang="en-US" sz="15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Proxima Nova"/>
              </a:rPr>
              <a:t>01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"/>
          <p:cNvSpPr/>
          <p:nvPr/>
        </p:nvSpPr>
        <p:spPr>
          <a:xfrm>
            <a:off x="199800" y="105120"/>
            <a:ext cx="206136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Major Project – II</a:t>
            </a:r>
            <a:r>
              <a:rPr lang="en-IN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Review - 2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259920" y="134640"/>
            <a:ext cx="1339200" cy="671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 defTabSz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2400" b="1" u="none" spc="-6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Contents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9" name="object 4"/>
          <p:cNvSpPr/>
          <p:nvPr/>
        </p:nvSpPr>
        <p:spPr>
          <a:xfrm>
            <a:off x="609480" y="819000"/>
            <a:ext cx="4577760" cy="37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78560" rIns="0" bIns="0" anchor="t">
            <a:spAutoFit/>
          </a:bodyPr>
          <a:p>
            <a:pPr marL="12600" indent="-216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Progress Since Review-1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Project Objectives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System Design / Architecture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Module-wise Progress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Implementation Progress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AI Tools Used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Challenges and Solutions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Partial Output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Plan for Review-3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" name="Picture 2"/>
          <p:cNvPicPr/>
          <p:nvPr/>
        </p:nvPicPr>
        <p:blipFill>
          <a:blip r:embed="rId1"/>
          <a:stretch/>
        </p:blipFill>
        <p:spPr>
          <a:xfrm>
            <a:off x="7189200" y="41040"/>
            <a:ext cx="1793880" cy="59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228600"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2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Progress Since Review-1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311760" y="942480"/>
            <a:ext cx="8519040" cy="391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28600"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Work Completed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Work completed before Review-1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Work completed after Review-1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Review-1 Corrections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1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1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3"/>
          <p:cNvPicPr/>
          <p:nvPr/>
        </p:nvPicPr>
        <p:blipFill>
          <a:blip r:embed="rId1"/>
          <a:stretch/>
        </p:blipFill>
        <p:spPr>
          <a:xfrm>
            <a:off x="7189200" y="41040"/>
            <a:ext cx="1793880" cy="5947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24" name=""/>
          <p:cNvGraphicFramePr/>
          <p:nvPr/>
        </p:nvGraphicFramePr>
        <p:xfrm>
          <a:off x="1051560" y="2745360"/>
          <a:ext cx="6868080" cy="1039680"/>
        </p:xfrm>
        <a:graphic>
          <a:graphicData uri="http://schemas.openxmlformats.org/drawingml/2006/table">
            <a:tbl>
              <a:tblPr/>
              <a:tblGrid>
                <a:gridCol w="2288880"/>
                <a:gridCol w="2288880"/>
                <a:gridCol w="229068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Review-1 Remark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Action Taken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Status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 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pc="-6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Project Objectives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8519040" cy="34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Original objectives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Updated objectives (if any)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Scope modifications (if applicable)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27" name="Picture 3"/>
          <p:cNvPicPr/>
          <p:nvPr/>
        </p:nvPicPr>
        <p:blipFill>
          <a:blip r:embed="rId1"/>
          <a:stretch/>
        </p:blipFill>
        <p:spPr>
          <a:xfrm>
            <a:off x="7189200" y="41040"/>
            <a:ext cx="1793880" cy="59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System Design / Architecture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subTitle"/>
          </p:nvPr>
        </p:nvSpPr>
        <p:spPr>
          <a:xfrm>
            <a:off x="255600" y="1996200"/>
            <a:ext cx="851904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Include: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Architecture Diagram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Workflow Diagram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Database Design (if applicable)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Component Interaction Diagram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Picture 3"/>
          <p:cNvPicPr/>
          <p:nvPr/>
        </p:nvPicPr>
        <p:blipFill>
          <a:blip r:embed="rId1"/>
          <a:stretch/>
        </p:blipFill>
        <p:spPr>
          <a:xfrm>
            <a:off x="7189200" y="41040"/>
            <a:ext cx="1793880" cy="59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pc="-6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Module-wise Progress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32" name="Picture 3"/>
          <p:cNvPicPr/>
          <p:nvPr/>
        </p:nvPicPr>
        <p:blipFill>
          <a:blip r:embed="rId1"/>
          <a:stretch/>
        </p:blipFill>
        <p:spPr>
          <a:xfrm>
            <a:off x="7189200" y="41040"/>
            <a:ext cx="1793880" cy="5947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33" name=""/>
          <p:cNvGraphicFramePr/>
          <p:nvPr/>
        </p:nvGraphicFramePr>
        <p:xfrm>
          <a:off x="374400" y="819360"/>
          <a:ext cx="8470440" cy="3048840"/>
        </p:xfrm>
        <a:graphic>
          <a:graphicData uri="http://schemas.openxmlformats.org/drawingml/2006/table">
            <a:tbl>
              <a:tblPr/>
              <a:tblGrid>
                <a:gridCol w="2822760"/>
                <a:gridCol w="2822760"/>
                <a:gridCol w="2825280"/>
              </a:tblGrid>
              <a:tr h="6670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Module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Description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Status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1.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4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2.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.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.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.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Implementation Progress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ubTitle"/>
          </p:nvPr>
        </p:nvSpPr>
        <p:spPr>
          <a:xfrm>
            <a:off x="311760" y="1440000"/>
            <a:ext cx="8519040" cy="16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For each module mention: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Features implemented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Technologies used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Percentage completed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Screenshots (if allowed)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Example: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6" name="Picture 3"/>
          <p:cNvPicPr/>
          <p:nvPr/>
        </p:nvPicPr>
        <p:blipFill>
          <a:blip r:embed="rId1"/>
          <a:stretch/>
        </p:blipFill>
        <p:spPr>
          <a:xfrm>
            <a:off x="7189200" y="41040"/>
            <a:ext cx="1793880" cy="5947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37" name=""/>
          <p:cNvGraphicFramePr/>
          <p:nvPr/>
        </p:nvGraphicFramePr>
        <p:xfrm>
          <a:off x="1798920" y="3361680"/>
          <a:ext cx="6592320" cy="1762560"/>
        </p:xfrm>
        <a:graphic>
          <a:graphicData uri="http://schemas.openxmlformats.org/drawingml/2006/table">
            <a:tbl>
              <a:tblPr/>
              <a:tblGrid>
                <a:gridCol w="3296160"/>
                <a:gridCol w="329652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Module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Completion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Authentication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100%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Database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90%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Dashboard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75%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Reports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40%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AI Tools Used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39" name="Picture 3"/>
          <p:cNvPicPr/>
          <p:nvPr/>
        </p:nvPicPr>
        <p:blipFill>
          <a:blip r:embed="rId1"/>
          <a:stretch/>
        </p:blipFill>
        <p:spPr>
          <a:xfrm>
            <a:off x="7189200" y="41040"/>
            <a:ext cx="1793880" cy="5947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40" name=""/>
          <p:cNvGraphicFramePr/>
          <p:nvPr/>
        </p:nvGraphicFramePr>
        <p:xfrm>
          <a:off x="240840" y="1087920"/>
          <a:ext cx="8578800" cy="4017600"/>
        </p:xfrm>
        <a:graphic>
          <a:graphicData uri="http://schemas.openxmlformats.org/drawingml/2006/table">
            <a:tbl>
              <a:tblPr/>
              <a:tblGrid>
                <a:gridCol w="2144160"/>
                <a:gridCol w="2144160"/>
                <a:gridCol w="2144160"/>
                <a:gridCol w="2146680"/>
              </a:tblGrid>
              <a:tr h="80676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AI Tool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Purpose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Sample Prompt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Outcome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067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Ex.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071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ChatGPT 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Code optimization 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Optimize SQL query... 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Reduced execution time.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52160">
                <a:tc gridSpan="4"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Students should justify: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Why the tool was used 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How the generated output was verified 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Contribution to project development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311760" y="57600"/>
            <a:ext cx="8519040" cy="60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Challenges and Solutions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2" name=""/>
          <p:cNvGraphicFramePr/>
          <p:nvPr/>
        </p:nvGraphicFramePr>
        <p:xfrm>
          <a:off x="176400" y="759960"/>
          <a:ext cx="8823240" cy="3049920"/>
        </p:xfrm>
        <a:graphic>
          <a:graphicData uri="http://schemas.openxmlformats.org/drawingml/2006/table">
            <a:tbl>
              <a:tblPr/>
              <a:tblGrid>
                <a:gridCol w="4411440"/>
                <a:gridCol w="4412160"/>
              </a:tblGrid>
              <a:tr h="409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Challenge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Solution Implemented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80200"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80200"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80200"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311760" y="57600"/>
            <a:ext cx="8519040" cy="60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Partial Output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311760" y="863640"/>
            <a:ext cx="851904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8640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Include: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Screenshots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Demo flow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UI Screens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Sample reports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Results obtained so far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311760" y="57600"/>
            <a:ext cx="8519040" cy="60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Plan for Review-3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311760" y="863640"/>
            <a:ext cx="851904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Remaining module implementation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Testing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Integration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Documentation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Performance optimization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Final deployment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311760" y="57600"/>
            <a:ext cx="8519040" cy="60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References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311760" y="863640"/>
            <a:ext cx="851904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51" name="Picture 6"/>
          <p:cNvPicPr/>
          <p:nvPr/>
        </p:nvPicPr>
        <p:blipFill>
          <a:blip r:embed="rId1"/>
          <a:stretch/>
        </p:blipFill>
        <p:spPr>
          <a:xfrm>
            <a:off x="0" y="0"/>
            <a:ext cx="9142920" cy="515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Application>LibreOffice/26.2.5.2$Windows_X86_64 LibreOffice_project/cd7284b4cbbfeb507e630c1aac019f4157393acb</Application>
  <AppVersion>15.0000</AppVersion>
  <Words>56</Words>
  <Paragraphs>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2025-02-05T14:15:00Z</dcterms:created>
  <dc:creator>ASUS</dc:creator>
  <dc:description/>
  <dc:language>en-IN</dc:language>
  <cp:lastModifiedBy/>
  <dcterms:modified xsi:type="dcterms:W3CDTF">2026-08-01T22:22:32Z</dcterms:modified>
  <cp:revision>315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BBED4D06FCD047D7930F325834FE3031_13</vt:lpwstr>
  </property>
  <property fmtid="{D5CDD505-2E9C-101B-9397-08002B2CF9AE}" pid="3" name="KSOProductBuildVer">
    <vt:lpwstr>2057-12.2.0.19821</vt:lpwstr>
  </property>
  <property fmtid="{D5CDD505-2E9C-101B-9397-08002B2CF9AE}" pid="4" name="PresentationFormat">
    <vt:lpwstr>On-screen Show (16:9)</vt:lpwstr>
  </property>
  <property fmtid="{D5CDD505-2E9C-101B-9397-08002B2CF9AE}" pid="5" name="Slides">
    <vt:i4>9</vt:i4>
  </property>
</Properties>
</file>